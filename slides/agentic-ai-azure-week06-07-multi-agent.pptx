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agentic-ai-azure-week06-07-multi-agent</a:t>
            </a:r>
          </a:p>
          <a:p>
            <a:r>
              <a:rPr sz="1600">
                <a:solidFill>
                  <a:srgbClr val="FFFFFF"/>
                </a:solidFill>
              </a:rPr>
              <a:t>Weeks 6-7 · Multi-Agent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Implement sequential, concurrent &amp; handoff patterns</a:t>
            </a:r>
          </a:p>
          <a:p>
            <a:r>
              <a:rPr sz="1800">
                <a:solidFill>
                  <a:srgbClr val="202020"/>
                </a:solidFill>
              </a:rPr>
              <a:t>Add human-in-the-loop approval</a:t>
            </a:r>
          </a:p>
          <a:p>
            <a:r>
              <a:rPr sz="1800">
                <a:solidFill>
                  <a:srgbClr val="202020"/>
                </a:solidFill>
              </a:rPr>
              <a:t>Track long-running runs with status polling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Loan Underwriting Pipeline (banking)</a:t>
            </a:r>
          </a:p>
          <a:p>
            <a:r>
              <a:rPr sz="1800">
                <a:solidFill>
                  <a:srgbClr val="202020"/>
                </a:solidFill>
              </a:rPr>
              <a:t>Intake → (Credit-Risk ‖ Compliance) → Underwriter</a:t>
            </a:r>
          </a:p>
          <a:p>
            <a:r>
              <a:rPr sz="1800">
                <a:solidFill>
                  <a:srgbClr val="202020"/>
                </a:solidFill>
              </a:rPr>
              <a:t>Edge cases pause for human approval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Intake first, then concurrent agents (asyncio.gather)</a:t>
            </a:r>
          </a:p>
          <a:p>
            <a:r>
              <a:rPr sz="1800">
                <a:solidFill>
                  <a:srgbClr val="202020"/>
                </a:solidFill>
              </a:rPr>
              <a:t>Underwriter handoff applies decision rules</a:t>
            </a:r>
          </a:p>
          <a:p>
            <a:r>
              <a:rPr sz="1800">
                <a:solidFill>
                  <a:srgbClr val="202020"/>
                </a:solidFill>
              </a:rPr>
              <a:t>awaiting_approval → resume via approve endpoint</a:t>
            </a:r>
          </a:p>
          <a:p>
            <a:r>
              <a:rPr sz="1800">
                <a:solidFill>
                  <a:srgbClr val="202020"/>
                </a:solidFill>
              </a:rPr>
              <a:t>Run store keeps state (Cosmos in prod)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Concurrency vs. sequential dependencies</a:t>
            </a:r>
          </a:p>
          <a:p>
            <a:r>
              <a:rPr sz="1800">
                <a:solidFill>
                  <a:srgbClr val="202020"/>
                </a:solidFill>
              </a:rPr>
              <a:t>Human-in-the-loop checkpoints + durable state</a:t>
            </a:r>
          </a:p>
          <a:p>
            <a:r>
              <a:rPr sz="1800">
                <a:solidFill>
                  <a:srgbClr val="202020"/>
                </a:solidFill>
              </a:rPr>
              <a:t>A2A + event-driven (Service Bus / Event Grid)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/api/v1/underwrite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Pick the pattern that fits the dependencies</a:t>
            </a:r>
          </a:p>
          <a:p>
            <a:r>
              <a:rPr sz="1800">
                <a:solidFill>
                  <a:srgbClr val="202020"/>
                </a:solidFill>
              </a:rPr>
              <a:t>Durable state for long-running approvals</a:t>
            </a:r>
          </a:p>
          <a:p>
            <a:r>
              <a:rPr sz="1800">
                <a:solidFill>
                  <a:srgbClr val="202020"/>
                </a:solidFill>
              </a:rPr>
              <a:t>Handle partial results, compensation, retries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