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deck covers 'agentic-ai-azure-week06-07-multi-agent' — Weeks 6-7 · Multi-Agent Orchestration. Frame the problem and why it matters, then walk the class through the learning goal, the enterprise use case, the architecture/flow, the key concepts, a live run in VS Code, and the architect's takeaways. The repo runs locally with no Azure, so demo it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[Learning goal] Walk through these talking points:</a:t>
            </a:r>
          </a:p>
          <a:p>
            <a:r>
              <a:t>- Implement sequential, concurrent &amp; handoff patterns</a:t>
            </a:r>
          </a:p>
          <a:p>
            <a:r>
              <a:t>- Add human-in-the-loop approval</a:t>
            </a:r>
          </a:p>
          <a:p>
            <a:r>
              <a:t>- Track long-running runs with status polling</a:t>
            </a:r>
          </a:p>
          <a:p>
            <a:r>
              <a:t>Ask the class: which of these ideas is new to you?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[Enterprise use case] Walk through these talking points:</a:t>
            </a:r>
          </a:p>
          <a:p>
            <a:r>
              <a:t>- Loan Underwriting Pipeline (banking)</a:t>
            </a:r>
          </a:p>
          <a:p>
            <a:r>
              <a:t>- Intake → (Credit-Risk ‖ Compliance) → Underwriter</a:t>
            </a:r>
          </a:p>
          <a:p>
            <a:r>
              <a:t>- Edge cases pause for human approval</a:t>
            </a:r>
          </a:p>
          <a:p>
            <a:r>
              <a:t>Tip: relate this to a regulated scenario your students know.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[Architecture / flow] Walk through these talking points:</a:t>
            </a:r>
          </a:p>
          <a:p>
            <a:r>
              <a:t>- Intake first, then concurrent agents (asyncio.gather)</a:t>
            </a:r>
          </a:p>
          <a:p>
            <a:r>
              <a:t>- Underwriter handoff applies decision rules</a:t>
            </a:r>
          </a:p>
          <a:p>
            <a:r>
              <a:t>- awaiting_approval → resume via approve endpoint</a:t>
            </a:r>
          </a:p>
          <a:p>
            <a:r>
              <a:t>- Run store keeps state (Cosmos in prod)</a:t>
            </a:r>
          </a:p>
          <a:p>
            <a:r>
              <a:t>Demo: trace a single request through these steps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concepts] Walk through these talking points:</a:t>
            </a:r>
          </a:p>
          <a:p>
            <a:r>
              <a:t>- Concurrency vs. sequential dependencies</a:t>
            </a:r>
          </a:p>
          <a:p>
            <a:r>
              <a:t>- Human-in-the-loop checkpoints + durable state</a:t>
            </a:r>
          </a:p>
          <a:p>
            <a:r>
              <a:t>- A2A + event-driven (Service Bus / Event Grid)</a:t>
            </a:r>
          </a:p>
          <a:p>
            <a:r>
              <a:t>Open the named file in the repo while you explain each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[Run it (VS Code — no Azure needed)] Walk through these talking points:</a:t>
            </a:r>
          </a:p>
          <a:p>
            <a:r>
              <a:t>- git clone the repo, then open it in VS Code</a:t>
            </a:r>
          </a:p>
          <a:p>
            <a:r>
              <a:t>- python -m venv .venv  →  activate it</a:t>
            </a:r>
          </a:p>
          <a:p>
            <a:r>
              <a:t>- pip install -r requirements.txt</a:t>
            </a:r>
          </a:p>
          <a:p>
            <a:r>
              <a:t>- uvicorn app.main:app --reload</a:t>
            </a:r>
          </a:p>
          <a:p>
            <a:r>
              <a:t>- Open /docs and call  POST /api/v1/underwrite</a:t>
            </a:r>
          </a:p>
          <a:p>
            <a:r>
              <a:t>- Runs in MOCK mode — no Azure/keys needed</a:t>
            </a:r>
          </a:p>
          <a:p>
            <a:r>
              <a:t>Do this live: clone → install → run → hit /docs.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[Architect's takeaways] Walk through these talking points:</a:t>
            </a:r>
          </a:p>
          <a:p>
            <a:r>
              <a:t>- Pick the pattern that fits the dependencies</a:t>
            </a:r>
          </a:p>
          <a:p>
            <a:r>
              <a:t>- Durable state for long-running approvals</a:t>
            </a:r>
          </a:p>
          <a:p>
            <a:r>
              <a:t>- Handle partial results, compensation, retries</a:t>
            </a:r>
          </a:p>
          <a:p>
            <a:r>
              <a:t>Discussion: when would you NOT choose this approach?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20240"/>
            <a:ext cx="9144000" cy="17373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5740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agentic-ai-azure-week06-07-multi-agent</a:t>
            </a:r>
          </a:p>
          <a:p>
            <a:r>
              <a:rPr sz="1600">
                <a:solidFill>
                  <a:srgbClr val="FFFFFF"/>
                </a:solidFill>
              </a:rPr>
              <a:t>Weeks 6-7 · Multi-Agent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F6CBD"/>
                </a:solidFill>
              </a:rPr>
              <a:t>Agentic AI on Azure — Enterprise Master Class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Learning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Implement sequential, concurrent &amp; handoff patterns</a:t>
            </a:r>
          </a:p>
          <a:p>
            <a:r>
              <a:rPr sz="1800">
                <a:solidFill>
                  <a:srgbClr val="202020"/>
                </a:solidFill>
              </a:rPr>
              <a:t>Add human-in-the-loop approval</a:t>
            </a:r>
          </a:p>
          <a:p>
            <a:r>
              <a:rPr sz="1800">
                <a:solidFill>
                  <a:srgbClr val="202020"/>
                </a:solidFill>
              </a:rPr>
              <a:t>Track long-running runs with status polling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Enterprise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Loan Underwriting Pipeline (banking)</a:t>
            </a:r>
          </a:p>
          <a:p>
            <a:r>
              <a:rPr sz="1800">
                <a:solidFill>
                  <a:srgbClr val="202020"/>
                </a:solidFill>
              </a:rPr>
              <a:t>Intake → (Credit-Risk ‖ Compliance) → Underwriter</a:t>
            </a:r>
          </a:p>
          <a:p>
            <a:r>
              <a:rPr sz="1800">
                <a:solidFill>
                  <a:srgbClr val="202020"/>
                </a:solidFill>
              </a:rPr>
              <a:t>Edge cases pause for human approval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Architecture /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Intake first, then concurrent agents (asyncio.gather)</a:t>
            </a:r>
          </a:p>
          <a:p>
            <a:r>
              <a:rPr sz="1800">
                <a:solidFill>
                  <a:srgbClr val="202020"/>
                </a:solidFill>
              </a:rPr>
              <a:t>Underwriter handoff applies decision rules</a:t>
            </a:r>
          </a:p>
          <a:p>
            <a:r>
              <a:rPr sz="1800">
                <a:solidFill>
                  <a:srgbClr val="202020"/>
                </a:solidFill>
              </a:rPr>
              <a:t>awaiting_approval → resume via approve endpoint</a:t>
            </a:r>
          </a:p>
          <a:p>
            <a:r>
              <a:rPr sz="1800">
                <a:solidFill>
                  <a:srgbClr val="202020"/>
                </a:solidFill>
              </a:rPr>
              <a:t>Run store keeps state (Cosmos in prod)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Concurrency vs. sequential dependencies</a:t>
            </a:r>
          </a:p>
          <a:p>
            <a:r>
              <a:rPr sz="1800">
                <a:solidFill>
                  <a:srgbClr val="202020"/>
                </a:solidFill>
              </a:rPr>
              <a:t>Human-in-the-loop checkpoints + durable state</a:t>
            </a:r>
          </a:p>
          <a:p>
            <a:r>
              <a:rPr sz="1800">
                <a:solidFill>
                  <a:srgbClr val="202020"/>
                </a:solidFill>
              </a:rPr>
              <a:t>A2A + event-driven (Service Bus / Event Grid)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Run it (VS Code — no Azure needed)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git clone the repo, then open it in VS Code</a:t>
            </a:r>
          </a:p>
          <a:p>
            <a:r>
              <a:rPr sz="1800">
                <a:solidFill>
                  <a:srgbClr val="202020"/>
                </a:solidFill>
              </a:rPr>
              <a:t>python -m venv .venv  →  activate it</a:t>
            </a:r>
          </a:p>
          <a:p>
            <a:r>
              <a:rPr sz="1800">
                <a:solidFill>
                  <a:srgbClr val="202020"/>
                </a:solidFill>
              </a:rPr>
              <a:t>pip install -r requirements.txt</a:t>
            </a:r>
          </a:p>
          <a:p>
            <a:r>
              <a:rPr sz="1800">
                <a:solidFill>
                  <a:srgbClr val="202020"/>
                </a:solidFill>
              </a:rPr>
              <a:t>uvicorn app.main:app --reload</a:t>
            </a:r>
          </a:p>
          <a:p>
            <a:r>
              <a:rPr sz="1800">
                <a:solidFill>
                  <a:srgbClr val="202020"/>
                </a:solidFill>
              </a:rPr>
              <a:t>Open /docs and call  POST /api/v1/underwrite</a:t>
            </a:r>
          </a:p>
          <a:p>
            <a:r>
              <a:rPr sz="1800">
                <a:solidFill>
                  <a:srgbClr val="202020"/>
                </a:solidFill>
              </a:rPr>
              <a:t>Runs in MOCK mode — no Azure/keys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Architect's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Pick the pattern that fits the dependencies</a:t>
            </a:r>
          </a:p>
          <a:p>
            <a:r>
              <a:rPr sz="1800">
                <a:solidFill>
                  <a:srgbClr val="202020"/>
                </a:solidFill>
              </a:rPr>
              <a:t>Durable state for long-running approvals</a:t>
            </a:r>
          </a:p>
          <a:p>
            <a:r>
              <a:rPr sz="1800">
                <a:solidFill>
                  <a:srgbClr val="202020"/>
                </a:solidFill>
              </a:rPr>
              <a:t>Handle partial results, compensation, retries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